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T Mono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Mono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32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MindLink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971675" y="2952750"/>
            <a:ext cx="565785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T Mon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Connected care for Alzheimer’s patients</a:t>
            </a:r>
            <a:endParaRPr b="0" i="0" sz="1600" u="none" cap="none" strike="noStrike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T Mon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Отбор Пылесос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  Description automatically generated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  Description automatically generated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00000" y="1800000"/>
            <a:ext cx="81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55M+ хора с деменция в света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40% пропускат лекарствени дози дневно. Безкраен стрес за семействата.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Настоящи решения: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GPS тракери — само локация, без лекарства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Кутии за лекарства — изолирани, не свързани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Болногледач — скъпо, не е достъпно за всички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  Description automatically generated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894001" y="1290638"/>
            <a:ext cx="55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-Мониторинг без тежест — локация и лекарства в реално време</a:t>
            </a:r>
            <a:endParaRPr b="0" i="0" sz="1600" u="none" cap="none" strike="noStrike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-Всичко на едно място — една система, един телефон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-Достъпно за всяко семейство — без скъпи специалисти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  Description automatically generated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 решение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2222576" y="1535004"/>
            <a:ext cx="55000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MindLink — три свързани компонента: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GPS гривна (ESP32 + SIM800L + GSM + NFC tag) — локация в реално време, аларма при излизане от зона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Умна кутия — следи всяко отделение, засича пропуснати дози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Мобилно приложение — карта, история, нотификации на едно място</a:t>
            </a:r>
            <a:endParaRPr/>
          </a:p>
        </p:txBody>
      </p:sp>
      <p:pic>
        <p:nvPicPr>
          <p:cNvPr descr="A black and gold circle with a dot  Description automatically generated" id="58" name="Google Shape;5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2307523" y="1543988"/>
            <a:ext cx="5200000" cy="2592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1. Устройството засича събитие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GPS координата или отворено отделение на кутията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2. ESP32 изпраща данните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HTTPS POST заявка към REST API с уникален ключ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3. API обработва и записва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Проверява срещу правила и лекарствен график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4. Alert при пропусната доза или напусната зона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5. Болногледачът вижда всичко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 реално време през Flutter приложението</a:t>
            </a:r>
            <a:endParaRPr/>
          </a:p>
        </p:txBody>
      </p:sp>
      <p:pic>
        <p:nvPicPr>
          <p:cNvPr descr="A green circle with a black background  Description automatically generated"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  Description automatically generated" id="69" name="Google Shape;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  Description automatically generated" id="75" name="Google Shape;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  Description automatically generated" id="76" name="Google Shape;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400000" y="1700000"/>
            <a:ext cx="830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Хардуер: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ESP32, Arduino Framework</a:t>
            </a:r>
            <a:r>
              <a:rPr lang="en-US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, EasyEDA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Комуникация: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HTTPS, REST API, SIM/GPRS, WiFi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Бекенд: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Spring Boot 4, PostgreSQL, Flyway, AWS EC2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PT Mono"/>
                <a:ea typeface="PT Mono"/>
                <a:cs typeface="PT Mono"/>
                <a:sym typeface="PT Mono"/>
              </a:rPr>
              <a:t>Мобилно приложение: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Flutter, Dart, Oracle Cloud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  Description automatically generated" id="86" name="Google Shape;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  Description automatically generated" id="87" name="Google Shape;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b="0" i="0" lang="en-US" sz="52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Бъдещо развитие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500000" y="1500000"/>
            <a:ext cx="54999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AI анализ на поведението на пациента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Гласови инструкции за навигация към дома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Fall detection — засичане на падане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По-компактен wearable дизайн на гривната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 green circle with a black background Description automatically generated" id="105" name="Google Shape;10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Нашият екип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  Description automatically generated" id="116" name="Google Shape;11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36" y="63233"/>
            <a:ext cx="1732514" cy="173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8">
            <a:alphaModFix/>
          </a:blip>
          <a:srcRect b="0" l="5323" r="5392" t="0"/>
          <a:stretch/>
        </p:blipFill>
        <p:spPr>
          <a:xfrm>
            <a:off x="1982659" y="1665837"/>
            <a:ext cx="1804400" cy="181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53422" y="3233232"/>
            <a:ext cx="1796387" cy="1835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47565" y="1921207"/>
            <a:ext cx="1702293" cy="1805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64025" y="1180795"/>
            <a:ext cx="1643527" cy="180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  Description automatically generated"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