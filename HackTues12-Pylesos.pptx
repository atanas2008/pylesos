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T Mono" panose="02060509020205020204" pitchFamily="49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3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MindLink</a:t>
            </a:r>
            <a:endParaRPr sz="5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971675" y="2952750"/>
            <a:ext cx="565785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T Mono"/>
              <a:buNone/>
            </a:pPr>
            <a:r>
              <a:rPr lang="en-US" sz="18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Connected care for Alzheimer’s patients</a:t>
            </a:r>
            <a:endParaRPr lang="bg-BG" sz="1600" dirty="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T Mono"/>
              <a:buNone/>
            </a:pP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Отбор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Пылесос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ContentBox2"/>
          <p:cNvSpPr txBox="1"/>
          <p:nvPr/>
        </p:nvSpPr>
        <p:spPr>
          <a:xfrm>
            <a:off x="500000" y="1800000"/>
            <a:ext cx="81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bg-BG" sz="1600" b="1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55M+ хора с деменция в света</a:t>
            </a:r>
          </a:p>
          <a:p>
            <a:pPr marL="0" marR="0" lv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40% пропускат лекарствени дози дневно. Безкраен стрес за семействата.</a:t>
            </a:r>
          </a:p>
          <a:p>
            <a:pPr marL="0" marR="0" lv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bg-BG" sz="1600" b="1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Настоящи решения:</a:t>
            </a:r>
          </a:p>
          <a:p>
            <a:pPr marL="0" marR="0" lv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GPS тракери — само локация, без лекарства</a:t>
            </a:r>
          </a:p>
          <a:p>
            <a:pPr marL="0" marR="0" lv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Кутии за лекарства — изолирани, не свързани</a:t>
            </a:r>
          </a:p>
          <a:p>
            <a:pPr marL="0" marR="0" lv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Болногледач — скъпо, не е достъпно за всички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894001" y="1290638"/>
            <a:ext cx="5500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Мониторинг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без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тежест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—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локация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и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лекарства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в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реално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време</a:t>
            </a:r>
            <a:endParaRPr lang="en-US" sz="1600" dirty="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-Всичко на едно място — една система, един телефон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-Достъпно за всяко семейство — без скъпи специалисти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 решение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SolutionContent"/>
          <p:cNvSpPr txBox="1"/>
          <p:nvPr/>
        </p:nvSpPr>
        <p:spPr>
          <a:xfrm>
            <a:off x="2222576" y="1535004"/>
            <a:ext cx="55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>
              <a:spcAft>
                <a:spcPts val="400"/>
              </a:spcAft>
              <a:buNone/>
            </a:pPr>
            <a:r>
              <a:rPr lang="bg-BG" sz="1400" b="1" dirty="0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MindLink — три свързани компонента: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sz="1400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GPS гривна (ESP32 + SIM800L + GSM + NFC tag) — локация в реално време, аларма при излизане от зона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sz="1400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Умна кутия — следи всяко отделение, засича пропуснати дози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sz="1400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Мобилно приложение — карта, история, нотификации на едно място</a:t>
            </a:r>
          </a:p>
        </p:txBody>
      </p:sp>
      <p:pic>
        <p:nvPicPr>
          <p:cNvPr id="56" name="Google Shape;56;p4" descr="A black and gold circle with a dot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HowContent"/>
          <p:cNvSpPr txBox="1"/>
          <p:nvPr/>
        </p:nvSpPr>
        <p:spPr>
          <a:xfrm>
            <a:off x="2307523" y="1543988"/>
            <a:ext cx="5200000" cy="2592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>
              <a:spcAft>
                <a:spcPts val="300"/>
              </a:spcAft>
              <a:buNone/>
            </a:pPr>
            <a:r>
              <a:rPr lang="bg-BG" b="1" dirty="0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1. Устройството засича събитие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GPS координата или отворено отделение на кутията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b="1" dirty="0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2. ESP32 изпраща данните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HTTPS POST заявка към REST API с уникален ключ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b="1" dirty="0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3. API обработва и записва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Проверява срещу правила и лекарствен график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b="1" dirty="0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4. Alert при пропусната доза или напусната зона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b="1" dirty="0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5. Болногледачът вижда всичко</a:t>
            </a:r>
          </a:p>
          <a:p>
            <a:pPr marL="0" lvl="0" indent="0" algn="l">
              <a:spcAft>
                <a:spcPts val="300"/>
              </a:spcAft>
              <a:buNone/>
            </a:pPr>
            <a:r>
              <a:rPr lang="bg-BG" dirty="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В реално време през Flutter приложението</a:t>
            </a:r>
          </a:p>
        </p:txBody>
      </p:sp>
      <p:pic>
        <p:nvPicPr>
          <p:cNvPr id="65" name="Google Shape;65;p5" descr="A green circle with a black background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TechContent"/>
          <p:cNvSpPr txBox="1"/>
          <p:nvPr/>
        </p:nvSpPr>
        <p:spPr>
          <a:xfrm>
            <a:off x="400000" y="1700000"/>
            <a:ext cx="83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>
              <a:spcAft>
                <a:spcPts val="400"/>
              </a:spcAft>
              <a:buNone/>
            </a:pPr>
            <a:r>
              <a:rPr lang="bg-BG" sz="1400" b="1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Хардуер: </a:t>
            </a: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ESP32, Arduino Framework, PlatformIO, LittleFS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 b="1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Комуникация: </a:t>
            </a: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HTTPS, REST API, SIM/GPRS, WiFi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 b="1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Бекенд: </a:t>
            </a: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Spring Boot 4, PostgreSQL, Flyway, AWS EC2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 b="1">
                <a:solidFill>
                  <a:srgbClr val="FFD700"/>
                </a:solidFill>
                <a:latin typeface="PT Mono"/>
                <a:ea typeface="PT Mono"/>
                <a:cs typeface="PT Mono"/>
              </a:rPr>
              <a:t>Мобилно приложение: </a:t>
            </a: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Flutter, Dart, Oracle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A black circle with yellow line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A green circle with lines and dots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Бъдещо развитие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FutureContent"/>
          <p:cNvSpPr txBox="1"/>
          <p:nvPr/>
        </p:nvSpPr>
        <p:spPr>
          <a:xfrm>
            <a:off x="500000" y="1500000"/>
            <a:ext cx="55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>
              <a:spcAft>
                <a:spcPts val="4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AI анализ на поведението на пациента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Гласови инструкции за навигация към дома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Fall detection — засичане на падане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По-компактен wearable дизайн на гривната</a:t>
            </a:r>
          </a:p>
          <a:p>
            <a:pPr marL="0" lvl="0" indent="0" algn="l">
              <a:spcAft>
                <a:spcPts val="400"/>
              </a:spcAft>
              <a:buNone/>
            </a:pPr>
            <a:r>
              <a:rPr lang="bg-BG" sz="1400">
                <a:solidFill>
                  <a:srgbClr val="FFFFFF"/>
                </a:solidFill>
                <a:latin typeface="PT Mono"/>
                <a:ea typeface="PT Mono"/>
                <a:cs typeface="PT Mono"/>
              </a:rPr>
              <a:t>История и анализ на движенията</a:t>
            </a:r>
          </a:p>
        </p:txBody>
      </p:sp>
      <p:pic>
        <p:nvPicPr>
          <p:cNvPr id="100" name="Google Shape;100;p8" descr="A green circle with a black background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Нашият екип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F41048-BFA9-FB77-27EA-EBFBF4DE68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6" y="63233"/>
            <a:ext cx="1732514" cy="1730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D6DCDA-D37D-A043-CDEC-DBF52834AD0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323" r="5392"/>
          <a:stretch/>
        </p:blipFill>
        <p:spPr>
          <a:xfrm>
            <a:off x="1982659" y="1665837"/>
            <a:ext cx="1804400" cy="1811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DA25F6-45AF-37E7-CF4C-DE6718368B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422" y="3233232"/>
            <a:ext cx="1796387" cy="18359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74B7E2-2978-CB73-E291-6A9E67D4D4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7565" y="1921207"/>
            <a:ext cx="1702293" cy="18059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3144677-B066-0BB4-AFBB-7BFE2F611A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4025" y="1180795"/>
            <a:ext cx="1643527" cy="18059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On-screen Show (16:9)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PT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Atanas Kanev</cp:lastModifiedBy>
  <cp:revision>1</cp:revision>
  <dcterms:created xsi:type="dcterms:W3CDTF">2026-01-15T12:11:17Z</dcterms:created>
  <dcterms:modified xsi:type="dcterms:W3CDTF">2026-03-27T23:48:22Z</dcterms:modified>
</cp:coreProperties>
</file>